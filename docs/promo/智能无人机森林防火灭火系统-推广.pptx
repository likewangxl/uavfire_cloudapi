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41732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904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FFB03A"/>
                </a:solidFill>
                <a:latin typeface="PingFang SC"/>
                <a:ea typeface="PingFang SC"/>
                <a:cs typeface="PingFang SC"/>
              </a:rPr>
              <a:t>无人机 × AI · 森林防火新范式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20"/>
              </a:spcAft>
            </a:pPr>
            <a:r>
              <a:rPr sz="52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智能无人机</a:t>
            </a:r>
          </a:p>
          <a:p>
            <a:pPr algn="l">
              <a:spcAft>
                <a:spcPts val="1820"/>
              </a:spcAft>
            </a:pPr>
            <a:r>
              <a:rPr sz="52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森林防火灭火系统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4041648"/>
            <a:ext cx="237744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51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空中智眼 · 精准灭火  |  巡查 — 识别 — 定位 — 指挥 — 投放 全链路一体化平台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834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4291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双光实时直播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3704" y="498348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3704" y="5042916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AI 火情识别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7892" y="49834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7892" y="504291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火点精准定位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0348" y="498348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0348" y="5042916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灭火弹精准投放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产品推介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行业背景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森林防火，难在「早发现、快处置」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火情发现越晚，扑救代价呈指数级上升 —— 传统手段正面临四大瓶颈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🔭  发现难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人工瞭望塔与地面巡山覆盖范围有限、盲区多，偏远林区初期火点极易错过最佳处置窗口。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🌫  看不清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浓烟、夜间、逆光环境下，单一可见光手段难以确认火情真伪与蔓延态势，误报漏报并存。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📍  定位慢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依赖目视估算与口头上报，火点位置模糊，地面力量往往「找火」比「灭火」耗时更长。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⚠️  处置险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山区地形复杂，扑救人员抵达慢、作业风险高，初期小火常因处置不及时酿成大灾。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从发现到扑灭，一个平台全闭环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无人机自动巡航 + AI 实时识别 + 精准定位 + 指挥审批 + 灭火弹投放，六步形成完整处置闭环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自动巡航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按预设航线全自动巡查林区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324612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39"/>
              </a:spcAft>
            </a:pPr>
            <a:r>
              <a: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AI 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机载画面实时烟火检测告警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324612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39"/>
              </a:spcAft>
            </a:pPr>
            <a:r>
              <a: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热成像确认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红外测温复核，排除误报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324612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39"/>
              </a:spcAft>
            </a:pPr>
            <a:r>
              <a: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火点定位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画面目标解算为地理坐标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324612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39"/>
              </a:spcAft>
            </a:pPr>
            <a:r>
              <a: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指挥决策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大屏研判，一键审批处置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324612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39"/>
              </a:spcAft>
            </a:pPr>
            <a:r>
              <a: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48672" y="233172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25603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200400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精准投放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3657600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84"/>
              </a:spcAft>
            </a:pPr>
            <a:r>
              <a:rPr sz="11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灭火弹自动飞抵定点投放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498348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2120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B03A"/>
                </a:solidFill>
                <a:latin typeface="PingFang SC"/>
                <a:ea typeface="PingFang SC"/>
                <a:cs typeface="PingFang SC"/>
              </a:rPr>
              <a:t>全流程在线、留痕、可追溯 —— 发现即定位、定位即决策、决策即处置，把「黄金扑救期」牢牢握在手中。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四端协同，一体化作战体系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基于大疆行业级无人机生态构建，云端 + 机载端深度联动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🖥  指挥驾驶舱（Web 大屏）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面向指挥员的一屏总览：实时视频、火情事件、航线进度、多机轨迹、地图态势，支持全屏指挥模式。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☁️  业务指挥平台（云端服务）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任务、航线、设备、审批、媒体的统一中枢；负责航线规划下发、指令调度与全流程数据留痕。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🧠  AI 火情识别引擎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对直播视频流进行持续烟火检测、风险分级与事件上报，7×24 小时不知疲倦的「值班瞭望员」。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📡  机载智控终端（遥控器端）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运行于大疆遥控器的智能体：视频推流、红外热成像、飞控指令执行、灭火弹自动脱钩，心跳遥测实时回传。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双光实时直播 — 火场尽收眼底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可见光 + 红外热成像双通道，白天黑夜、有烟无烟都看得清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8288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📹  可见光高清直播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机载相机画面低延迟推流至指挥大屏，多路视频同屏接入；进入画面自动回到 1× 标准焦距，远程即可变焦放大查看细节。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8288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🌡  红外热成像 + 温度标注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红外通道实时捕捉地表温度异常，画面自动标注高温点温度值，穿透烟雾锁定隐燃火点，夜间巡护同样有效。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754880"/>
            <a:ext cx="1019556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814316"/>
            <a:ext cx="1019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低延迟推流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25396" y="475488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5396" y="4814316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多路同屏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4388" y="475488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4388" y="4814316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远程变焦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3380" y="475488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3380" y="4814316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高温点自动标温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AI 火情识别 — 7×24 小时智能瞭望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深度学习烟火检测模型持续分析直播画面，秒级发现、分级告警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🔥  烟·火双目标检测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1920 像素高分辨率推理，远距离小目标烟雾与明火均可捕捉，显著早于人眼发现。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📊  三级风险分级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按置信度自动划分低/中/高风险等级，指挥员一眼分清「需要关注」与「立即处置」。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🔕  智能去重告警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时间窗去重机制避免同一火情反复轰炸式告警，告警条条有效、事件自动归档。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♻️  持续巡检模式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识别服务随直播自动启停、断流自愈，无人值守即可全天候在线运行。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火点精准定位 — 从画面到坐标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射线-地形求交（Ray-DEM）算法：相机看到哪里，地图就标到哪里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🎯  定位原理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① 获取无人机实时位置、云台姿态与相机参数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② 由画面中的火点像素构建空间视线射线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③ 射线与数字高程模型（DEM）地形求交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④ 解算出火点真实经纬度，自动落图标绘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65960"/>
            <a:ext cx="5212080" cy="393192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⚡  指挥价值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• AI 识别框即点即定位，不再依赖目视估算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• 山地复杂地形下依然给出可信坐标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• 坐标直接驱动后续灭火航线自动规划</a:t>
            </a: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• 处置力量「按图索骥」，大幅缩短找火时间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灭火弹精准投放 — 发现即可扑灭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对接大载重灭火无人机（FC100），从火点坐标到灭火弹落点全自动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🗺  灭火航线一键生成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基于火点坐标自动规划进场航点与投放点，无需人工逐点打点，规划即合规、即可飞。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✅  投放审批工作流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申请—审批—执行全流程在线留痕，重大处置动作有授权、有记录、可追溯。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🪂  到点悬停自动脱钩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飞机抵达投放点自动悬停并脱钩投放灭火弹，全程无需飞手手动干预，落点精准。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🛡  安全校验体系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航线安全检查与投放条件校验前置，确保每一次投放动作安全可控。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远程飞行控制 — 指挥室里的驾驶舱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指令从大屏直达机载端，秒级下发、秒级执行确认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🎮  全要素远程操控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云台俯仰回中、相机变焦、夜航灯开关、虚拟摇杆精调机位，足不出户完成空中作业。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⏱  秒级指令闭环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指令下发—执行—确认全链路状态可见，每条指令都有明确回执，拒绝「发了没反应」。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💓  设备实时心跳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多设备在线状态、电量、位置持续回传，设备健康一目了然。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🕹  权限安全管控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飞行控制权限统一鉴权管理，指令通道全程加密校验，远程操控安全合规。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核心能力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领导驾驶舱 — 一屏纵览全局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为指挥决策而生的实时态势大屏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🗺  实时态势地图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飞机位置、飞行轨迹、火情标绘、航线进度实时呈现，多机同图互不干扰。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📺  视频矩阵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多路直播画面聚合上屏，可见光/红外一键切换，重点画面随时放大。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🚨  火情事件流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AI 告警事件实时滚动，附识别快照与风险等级，点击即看现场。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🖥  全屏指挥模式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一键进入大屏全屏模式，适配指挥中心 LED 大屏，弹窗交互全兼容。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实战场景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一次完整的火情处置，只需几分钟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以一次真实演练流程为例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011680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T+0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12264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无人机按既定航线自动巡航，AI 持续分析机载画面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688336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0720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FFB03A"/>
                </a:solidFill>
                <a:latin typeface="PingFang SC"/>
                <a:ea typeface="PingFang SC"/>
                <a:cs typeface="PingFang SC"/>
              </a:rPr>
              <a:t>T+发现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88920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AI 检出烟雾目标并告警，红外热成像确认高温火点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364992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48386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T+30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465576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Ray-DEM 解算火点坐标，自动落图，事件推送指挥大屏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041648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605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T+1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4223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指挥员大屏研判，审批通过灭火处置任务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718304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37176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FFB03A"/>
                </a:solidFill>
                <a:latin typeface="PingFang SC"/>
                <a:ea typeface="PingFang SC"/>
                <a:cs typeface="PingFang SC"/>
              </a:rPr>
              <a:t>T+数分钟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1888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灭火无人机沿自动生成航线飞抵火点上空，悬停自动脱钩投放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394960"/>
            <a:ext cx="1691640" cy="548640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51383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T+处置后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495544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巡查机回场复查，红外确认无复燃，全流程数据归档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30352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/>
                <a:ea typeface="PingFang SC"/>
                <a:cs typeface="PingFang SC"/>
              </a:rPr>
              <a:t>为什么选择我们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4980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不止于「看见」，更能「扑灭」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多数方案止步于监测告警，我们交付的是完整处置能力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/>
                <a:ea typeface="PingFang SC"/>
                <a:cs typeface="PingFang SC"/>
              </a:rPr>
              <a:t>UAVFIRE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🔁  端到端闭环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业内少有的「识别—定位—投放」全链路打通方案，发现火情的系统同时就是扑灭火情的系统。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219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✈️  真机实飞验证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全部核心功能在大疆行业机型上完成真机实飞验证，不是 PPT 功能，是飞出来的能力。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🏗  成熟生态 + 自主平台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底层依托大疆行业级飞行平台，上层业务系统完全自研，支持私有化部署与定制扩展。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14799"/>
            <a:ext cx="5166360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4343399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70831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📈  面向集群演进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92039"/>
            <a:ext cx="46177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37"/>
              </a:spcAft>
            </a:pPr>
            <a:r>
              <a:rPr sz="125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架构原生支持多机协同，可平滑扩展至多机巡护、集群投放的规模化作战形态。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9"/>
              </a:spcAft>
            </a:pPr>
            <a:r>
              <a:rPr sz="44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让每一片森林</a:t>
            </a:r>
          </a:p>
          <a:p>
            <a:pPr algn="l">
              <a:spcAft>
                <a:spcPts val="1539"/>
              </a:spcAft>
            </a:pPr>
            <a:r>
              <a:rPr sz="4400" b="1">
                <a:solidFill>
                  <a:srgbClr val="F5F8FF"/>
                </a:solidFill>
                <a:latin typeface="PingFang SC"/>
                <a:ea typeface="PingFang SC"/>
                <a:cs typeface="PingFang SC"/>
              </a:rPr>
              <a:t>都在守护之下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977639"/>
            <a:ext cx="237744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42062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A8B6D0"/>
                </a:solidFill>
                <a:latin typeface="PingFang SC"/>
                <a:ea typeface="PingFang SC"/>
                <a:cs typeface="PingFang SC"/>
              </a:rPr>
              <a:t>智能无人机森林防火灭火系统 · 期待与您共筑森林安全防线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502920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14807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FB03A"/>
                </a:solidFill>
                <a:latin typeface="PingFang SC"/>
                <a:ea typeface="PingFang SC"/>
                <a:cs typeface="PingFang SC"/>
              </a:rPr>
              <a:t>预约现场演示 · 欢迎垂询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